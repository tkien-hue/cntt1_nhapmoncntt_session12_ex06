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3"/>
  </p:sldIdLst>
  <p:sldSz cx="12192000" cy="6858000" type="screen4x3"/>
  <p:notesSz cx="6858000" cy="9144000"/>
  <p:embeddedFontLst>
    <p:embeddedFont>
      <p:font typeface="Calibri" panose="020F0502020204030204" charset="0"/>
      <p:regular r:id="rId7"/>
      <p:bold r:id="rId8"/>
      <p:italic r:id="rId9"/>
      <p:boldItalic r:id="rId1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font" Target="fonts/font3.fntdata"/><Relationship Id="rId8" Type="http://schemas.openxmlformats.org/officeDocument/2006/relationships/font" Target="fonts/font2.fntdata"/><Relationship Id="rId7" Type="http://schemas.openxmlformats.org/officeDocument/2006/relationships/font" Target="fonts/font1.fntdata"/><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font" Target="fonts/font4.fntdata"/><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762000" y="5867400"/>
            <a:ext cx="10668000" cy="381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21740" y="1309548"/>
            <a:ext cx="8763000" cy="4367807"/>
          </a:xfrm>
          <a:prstGeom prst="roundRect">
            <a:avLst>
              <a:gd name="adj" fmla="val 5233"/>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2000" y="5867400"/>
            <a:ext cx="106680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1"/>
          <a:stretch>
            <a:fillRect/>
          </a:stretch>
        </p:blipFill>
        <p:spPr>
          <a:xfrm>
            <a:off x="5384165" y="1756588"/>
            <a:ext cx="685800" cy="685800"/>
          </a:xfrm>
          <a:prstGeom prst="rect">
            <a:avLst/>
          </a:prstGeom>
        </p:spPr>
      </p:pic>
      <p:pic>
        <p:nvPicPr>
          <p:cNvPr id="8" name="Picture 7" descr="image.png"/>
          <p:cNvPicPr>
            <a:picLocks noChangeAspect="1"/>
          </p:cNvPicPr>
          <p:nvPr/>
        </p:nvPicPr>
        <p:blipFill>
          <a:blip r:embed="rId2"/>
          <a:stretch>
            <a:fillRect/>
          </a:stretch>
        </p:blipFill>
        <p:spPr>
          <a:xfrm>
            <a:off x="5612765" y="1947088"/>
            <a:ext cx="228600" cy="304800"/>
          </a:xfrm>
          <a:prstGeom prst="rect">
            <a:avLst/>
          </a:prstGeom>
        </p:spPr>
      </p:pic>
      <p:sp>
        <p:nvSpPr>
          <p:cNvPr id="9" name="TextBox 8"/>
          <p:cNvSpPr txBox="1"/>
          <p:nvPr/>
        </p:nvSpPr>
        <p:spPr>
          <a:xfrm>
            <a:off x="454025" y="762635"/>
            <a:ext cx="11430000" cy="428625"/>
          </a:xfrm>
          <a:prstGeom prst="rect">
            <a:avLst/>
          </a:prstGeom>
          <a:noFill/>
        </p:spPr>
        <p:txBody>
          <a:bodyPr wrap="none" lIns="0" tIns="0" rIns="0" bIns="0" anchor="t">
            <a:spAutoFit/>
          </a:bodyPr>
          <a:lstStyle/>
          <a:p>
            <a:pPr algn="l"/>
            <a:r>
              <a:rPr sz="2700" b="1" i="0" u="none">
                <a:solidFill>
                  <a:srgbClr val="0F172A"/>
                </a:solidFill>
                <a:latin typeface="Plus Jakarta Sans"/>
              </a:rPr>
              <a:t>Thông Điệp Gọi Vốn Cốt Lõi</a:t>
            </a:r>
            <a:endParaRPr sz="2700" b="1" i="0" u="none">
              <a:solidFill>
                <a:srgbClr val="0F172A"/>
              </a:solidFill>
              <a:latin typeface="Plus Jakarta Sans"/>
            </a:endParaRPr>
          </a:p>
        </p:txBody>
      </p:sp>
      <p:sp>
        <p:nvSpPr>
          <p:cNvPr id="12" name="TextBox 11"/>
          <p:cNvSpPr txBox="1"/>
          <p:nvPr/>
        </p:nvSpPr>
        <p:spPr>
          <a:xfrm>
            <a:off x="454025" y="407987"/>
            <a:ext cx="3607593" cy="200025"/>
          </a:xfrm>
          <a:prstGeom prst="rect">
            <a:avLst/>
          </a:prstGeom>
          <a:noFill/>
        </p:spPr>
        <p:txBody>
          <a:bodyPr wrap="none" lIns="0" tIns="0" rIns="0" bIns="0" anchor="t">
            <a:spAutoFit/>
          </a:bodyPr>
          <a:lstStyle/>
          <a:p>
            <a:pPr algn="l"/>
            <a:r>
              <a:rPr sz="1200" b="1" i="0" u="none">
                <a:solidFill>
                  <a:srgbClr val="059669"/>
                </a:solidFill>
                <a:latin typeface="Plus Jakarta Sans"/>
              </a:rPr>
              <a:t>DỰ ÁN KHỞI NGHIỆP SMART-HOME</a:t>
            </a:r>
            <a:endParaRPr sz="1200" b="1" i="0" u="none">
              <a:solidFill>
                <a:srgbClr val="059669"/>
              </a:solidFill>
              <a:latin typeface="Plus Jakarta Sans"/>
            </a:endParaRPr>
          </a:p>
        </p:txBody>
      </p:sp>
      <p:sp>
        <p:nvSpPr>
          <p:cNvPr id="13" name="TextBox 12"/>
          <p:cNvSpPr txBox="1"/>
          <p:nvPr/>
        </p:nvSpPr>
        <p:spPr>
          <a:xfrm>
            <a:off x="665122" y="2794178"/>
            <a:ext cx="9876234" cy="1262657"/>
          </a:xfrm>
          <a:prstGeom prst="rect">
            <a:avLst/>
          </a:prstGeom>
          <a:noFill/>
        </p:spPr>
        <p:txBody>
          <a:bodyPr wrap="square" lIns="0" tIns="0" rIns="0" bIns="0" anchor="t">
            <a:spAutoFit/>
          </a:bodyPr>
          <a:lstStyle/>
          <a:p>
            <a:pPr algn="ctr">
              <a:lnSpc>
                <a:spcPts val="3315"/>
              </a:lnSpc>
            </a:pPr>
            <a:r>
              <a:rPr sz="2550" b="1" i="0" u="none">
                <a:solidFill>
                  <a:srgbClr val="065F46"/>
                </a:solidFill>
                <a:latin typeface="Plus Jakarta Sans"/>
              </a:rPr>
              <a:t>Tiên phong số hóa giao dịch bất động sản bằng sàn đấu giá minh bạch thời gian thực kết hợp hệ sinh thái Smart-Home</a:t>
            </a:r>
            <a:endParaRPr sz="2550" b="1" i="0" u="none">
              <a:solidFill>
                <a:srgbClr val="065F46"/>
              </a:solidFill>
              <a:latin typeface="Plus Jakarta Sans"/>
            </a:endParaRPr>
          </a:p>
        </p:txBody>
      </p:sp>
      <p:sp>
        <p:nvSpPr>
          <p:cNvPr id="14" name="TextBox 13"/>
          <p:cNvSpPr txBox="1"/>
          <p:nvPr/>
        </p:nvSpPr>
        <p:spPr>
          <a:xfrm>
            <a:off x="1078865" y="4408626"/>
            <a:ext cx="9048750" cy="615315"/>
          </a:xfrm>
          <a:prstGeom prst="rect">
            <a:avLst/>
          </a:prstGeom>
          <a:noFill/>
        </p:spPr>
        <p:txBody>
          <a:bodyPr wrap="square" lIns="0" tIns="0" rIns="0" bIns="0" anchor="t">
            <a:spAutoFit/>
          </a:bodyPr>
          <a:lstStyle/>
          <a:p>
            <a:pPr algn="ctr">
              <a:lnSpc>
                <a:spcPts val="2400"/>
              </a:lnSpc>
            </a:pPr>
            <a:r>
              <a:rPr sz="1500" b="0" i="0" u="none">
                <a:solidFill>
                  <a:srgbClr val="047857"/>
                </a:solidFill>
                <a:latin typeface="Plus Jakarta Sans"/>
              </a:rPr>
              <a:t>Giải quyết bài toán minh bạch thông tin, tối ưu tỷ lệ hoa hồng môi giới chuẩn xác bằng công thức và mang lại trải nghiệm nhà thông minh cho nhà đầu tư.</a:t>
            </a:r>
            <a:endParaRPr sz="1500" b="0" i="0" u="none">
              <a:solidFill>
                <a:srgbClr val="047857"/>
              </a:solidFill>
              <a:latin typeface="Plus Jakarta Sa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319</Words>
  <Application>WPS Presentation</Application>
  <PresentationFormat>On-screen Show (4:3)</PresentationFormat>
  <Paragraphs>8</Paragraphs>
  <Slides>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vt:i4>
      </vt:variant>
    </vt:vector>
  </HeadingPairs>
  <TitlesOfParts>
    <vt:vector size="11" baseType="lpstr">
      <vt:lpstr>Arial</vt:lpstr>
      <vt:lpstr>SimSun</vt:lpstr>
      <vt:lpstr>Wingdings</vt:lpstr>
      <vt:lpstr>Arial</vt:lpstr>
      <vt:lpstr>Plus Jakarta Sans</vt:lpstr>
      <vt:lpstr>Segoe Print</vt:lpstr>
      <vt:lpstr>Calibri</vt:lpstr>
      <vt:lpstr>Microsoft YaHei</vt:lpstr>
      <vt:lpstr>Arial Unicode MS</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kien trung</cp:lastModifiedBy>
  <cp:revision>2</cp:revision>
  <dcterms:created xsi:type="dcterms:W3CDTF">2013-01-27T09:14:00Z</dcterms:created>
  <dcterms:modified xsi:type="dcterms:W3CDTF">2026-10-26T08:26:29Z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DB197693AA7C4932ABFD886DC24016B2_13</vt:lpwstr>
  </property>
</Properties>
</file>